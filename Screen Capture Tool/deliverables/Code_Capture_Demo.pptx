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6666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edelse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822960"/>
            <a:ext cx="3200400" cy="1353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1460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8A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Capture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914400" y="34747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code on your screen into clean, verified, documented code.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14400" y="40690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of AI agents · reads · checks · diagrams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Ledelsea  ·  Team Demo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you want is often trapped where you can't copy it — and retyping introduces bugs.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66928" cy="566928"/>
          </a:xfrm>
          <a:prstGeom prst="ellipse">
            <a:avLst/>
          </a:prstGeom>
          <a:solidFill>
            <a:srgbClr val="BE6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2057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Trapped in images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4871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Screenshots, slides, videos, PDFs, and shared screens — no copy button.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566928" cy="566928"/>
          </a:xfrm>
          <a:prstGeom prst="ellipse">
            <a:avLst/>
          </a:prstGeom>
          <a:solidFill>
            <a:srgbClr val="BE6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Retyping is error-prone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813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re-entering code is slow and quietly introduces typos and bugs.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566928" cy="566928"/>
          </a:xfrm>
          <a:prstGeom prst="ellipse">
            <a:avLst/>
          </a:prstGeom>
          <a:solidFill>
            <a:srgbClr val="BE6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OCR isn't enough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51389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messy text back — not clean, verified, runnable code.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EAE1"/>
          </a:solidFill>
          <a:ln w="12700">
            <a:solidFill>
              <a:srgbClr val="EA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49324" y="2011680"/>
            <a:ext cx="566928" cy="566928"/>
          </a:xfrm>
          <a:prstGeom prst="ellipse">
            <a:avLst/>
          </a:prstGeom>
          <a:solidFill>
            <a:srgbClr val="BE6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49324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29768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A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12648" y="32461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the screen — even while scrolling.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EAE1"/>
          </a:solidFill>
          <a:ln w="12700">
            <a:solidFill>
              <a:srgbClr val="EA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57116" y="2011680"/>
            <a:ext cx="566928" cy="566928"/>
          </a:xfrm>
          <a:prstGeom prst="ellipse">
            <a:avLst/>
          </a:prstGeom>
          <a:solidFill>
            <a:srgbClr val="BE6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5711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37560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A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faithfully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20440" y="32461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the code exactly, as-is.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5352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EAE1"/>
          </a:solidFill>
          <a:ln w="12700">
            <a:solidFill>
              <a:srgbClr val="EA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64908" y="2011680"/>
            <a:ext cx="566928" cy="566928"/>
          </a:xfrm>
          <a:prstGeom prst="ellipse">
            <a:avLst/>
          </a:prstGeom>
          <a:solidFill>
            <a:srgbClr val="BE6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6490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45352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A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Compiler-verify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28232" y="32461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with the real compiler.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53144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EAE1"/>
          </a:solidFill>
          <a:ln w="12700">
            <a:solidFill>
              <a:srgbClr val="EA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172700" y="2011680"/>
            <a:ext cx="566928" cy="566928"/>
          </a:xfrm>
          <a:prstGeom prst="ellipse">
            <a:avLst/>
          </a:prstGeom>
          <a:solidFill>
            <a:srgbClr val="BE6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17270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53144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A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336024" y="32461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tech review, and diagrams.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from a double-click Mac app, built on the Anthropic API.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a team of agents</a:t>
            </a:r>
            <a:endParaRPr lang="en-US" sz="3000" dirty="0"/>
          </a:p>
        </p:txBody>
      </p:sp>
      <p:pic>
        <p:nvPicPr>
          <p:cNvPr id="3" name="Image 0" descr="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234440"/>
            <a:ext cx="4663440" cy="5532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0" y="1554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8A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 </a:t>
            </a:r>
            <a:r>
              <a:rPr lang="en-US" sz="145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team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943600" y="248716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8A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  </a:t>
            </a:r>
            <a:r>
              <a:rPr lang="en-US" sz="145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transcribes exactly — can't rewrite logic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943600" y="3419856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8A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 </a:t>
            </a:r>
            <a:r>
              <a:rPr lang="en-US" sz="145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+ tech-stack review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943600" y="4352544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8A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 </a:t>
            </a:r>
            <a:r>
              <a:rPr lang="en-US" sz="145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compiler, fixes only real errors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943600" y="5285232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8A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Diagrammer  </a:t>
            </a:r>
            <a:r>
              <a:rPr lang="en-US" sz="145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the diagrams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&amp; documented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Compiler-verified output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“Errors: None” means we ran it through the real compiler.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real errors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bugs are surfaced by the compiler, not guessed.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diagrams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interaction, and component diagrams — drawn from the code.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126480" y="13716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real report from a rehearsal run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26480" y="1783080"/>
            <a:ext cx="5577840" cy="4206240"/>
          </a:xfrm>
          <a:prstGeom prst="roundRect">
            <a:avLst>
              <a:gd name="adj" fmla="val 2174"/>
            </a:avLst>
          </a:prstGeom>
          <a:solidFill>
            <a:srgbClr val="FBF6F1"/>
          </a:solidFill>
          <a:ln w="12700">
            <a:solidFill>
              <a:srgbClr val="BE6E4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0" y="3566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9A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report / diagram screenshot here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9B9671-B3BC-142D-35B8-B967BA58C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295" y="1463040"/>
            <a:ext cx="6144210" cy="4855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BE6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</a:rPr>
              <a:t>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2880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9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capture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9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editor  →  press  Cmd+Shift+1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9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slowly (or not at all for a one-screen file)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9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report: overview · errors · code · tech review · diagrams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40880" y="1828800"/>
            <a:ext cx="4572000" cy="3566160"/>
          </a:xfrm>
          <a:prstGeom prst="roundRect">
            <a:avLst>
              <a:gd name="adj" fmla="val 2564"/>
            </a:avLst>
          </a:prstGeom>
          <a:solidFill>
            <a:srgbClr val="3A322C"/>
          </a:solidFill>
          <a:ln w="12700">
            <a:solidFill>
              <a:srgbClr val="BE6E4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23760" y="30175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9A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slot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B9A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(paste a rehearsal report screenshot here)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A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numbers OFF · file fits the screen · keep this backup ready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D8A69B-695C-54D2-E0EC-5672EE906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284" y="982980"/>
            <a:ext cx="5799432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3A32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51560" y="2103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  </a:t>
            </a:r>
            <a:r>
              <a:rPr lang="en-US" sz="1200" dirty="0">
                <a:solidFill>
                  <a:srgbClr val="2B2622"/>
                </a:solidFill>
                <a:highlight>
                  <a:srgbClr val="BE6E4A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soon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743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B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articles, notes, PDFs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82880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3A32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29400" y="2103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extract   </a:t>
            </a:r>
            <a:r>
              <a:rPr lang="en-US" sz="1200" dirty="0">
                <a:solidFill>
                  <a:srgbClr val="2B2622"/>
                </a:solidFill>
                <a:highlight>
                  <a:srgbClr val="BE6E4A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soon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29400" y="2743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B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tables &amp; structured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E6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Code Capture at code anywhere — get back verified, documented, diagrammed results.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Ledelsea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370</Words>
  <Application>Microsoft Macintosh PowerPoint</Application>
  <PresentationFormat>Widescreen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Vipul Dhotre</cp:lastModifiedBy>
  <cp:revision>3</cp:revision>
  <dcterms:created xsi:type="dcterms:W3CDTF">2026-08-10T15:10:42Z</dcterms:created>
  <dcterms:modified xsi:type="dcterms:W3CDTF">2026-08-13T17:34:39Z</dcterms:modified>
</cp:coreProperties>
</file>